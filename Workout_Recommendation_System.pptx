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32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32323"/>
                </a:solidFill>
                <a:latin typeface="Arial"/>
              </a:rPr>
              <a:t>User Satisfaction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F663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3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Matrix Fact.</c:v>
                  </c:pt>
                  <c:pt idx="2">
                    <c:v>Random Forest</c:v>
                  </c:pt>
                  <c:pt idx="3">
                    <c:v>Neural Net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85</c:v>
                </c:pt>
                <c:pt idx="2">
                  <c:v>82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3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3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F0E4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3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F6635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2EC4B6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WORKOUT RECOMMENDATION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Personalizing Fitness with Data and Machine Learning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Workout Recommendation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system that suggests personalized exercises, routines, or fitness plans based on a user's goals, history, and physical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32304"/>
            <a:ext cx="146304" cy="146304"/>
          </a:xfrm>
          <a:prstGeom prst="ellipse">
            <a:avLst/>
          </a:prstGeom>
          <a:solidFill>
            <a:srgbClr val="F663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67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recommendations as user progress changes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146304" cy="146304"/>
          </a:xfrm>
          <a:prstGeom prst="ellipse">
            <a:avLst/>
          </a:prstGeom>
          <a:solidFill>
            <a:srgbClr val="F663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goals like strength, endurance, or weight loss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46304" cy="146304"/>
          </a:xfrm>
          <a:prstGeom prst="ellipse">
            <a:avLst/>
          </a:prstGeom>
          <a:solidFill>
            <a:srgbClr val="F663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01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equipment access and time constraints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33088"/>
            <a:ext cx="146304" cy="146304"/>
          </a:xfrm>
          <a:prstGeom prst="ellipse">
            <a:avLst/>
          </a:prstGeom>
          <a:solidFill>
            <a:srgbClr val="F663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684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injury risk through appropriate progression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1188720"/>
            <a:ext cx="4297680" cy="4297680"/>
          </a:xfrm>
          <a:prstGeom prst="roundRect">
            <a:avLst>
              <a:gd name="adj" fmla="val 2553"/>
            </a:avLst>
          </a:prstGeom>
          <a:solidFill>
            <a:srgbClr val="1F254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0" y="1554480"/>
            <a:ext cx="731520" cy="73152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155" y="1744675"/>
            <a:ext cx="351130" cy="35113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0" y="24688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6400" dirty="0"/>
          </a:p>
        </p:txBody>
      </p:sp>
      <p:sp>
        <p:nvSpPr>
          <p:cNvPr id="16" name="Text 13"/>
          <p:cNvSpPr/>
          <p:nvPr/>
        </p:nvSpPr>
        <p:spPr>
          <a:xfrm>
            <a:off x="768096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fitness app users say personalized plans keep them more consistent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0" y="4343400"/>
            <a:ext cx="3383280" cy="0"/>
          </a:xfrm>
          <a:prstGeom prst="line">
            <a:avLst/>
          </a:prstGeom>
          <a:noFill/>
          <a:ln w="12700">
            <a:solidFill>
              <a:srgbClr val="F663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Fitness industry surveys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Personalization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A3159"/>
          </a:solidFill>
          <a:ln/>
        </p:spPr>
      </p:sp>
      <p:sp>
        <p:nvSpPr>
          <p:cNvPr id="4" name="Shape 2"/>
          <p:cNvSpPr/>
          <p:nvPr/>
        </p:nvSpPr>
        <p:spPr>
          <a:xfrm>
            <a:off x="1874520" y="1920240"/>
            <a:ext cx="822960" cy="82296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490" y="2134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71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8404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gym-goers quit within 6 months, often from generic, mismatched plans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A3159"/>
          </a:solidFill>
          <a:ln/>
        </p:spPr>
      </p:sp>
      <p:sp>
        <p:nvSpPr>
          <p:cNvPr id="9" name="Shape 6"/>
          <p:cNvSpPr/>
          <p:nvPr/>
        </p:nvSpPr>
        <p:spPr>
          <a:xfrm>
            <a:off x="5760720" y="1920240"/>
            <a:ext cx="822960" cy="82296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90" y="21342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2971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709160" y="38404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adherence when workouts match personal fitness level and goals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321040" y="15544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A3159"/>
          </a:solidFill>
          <a:ln/>
        </p:spPr>
      </p:sp>
      <p:sp>
        <p:nvSpPr>
          <p:cNvPr id="14" name="Shape 10"/>
          <p:cNvSpPr/>
          <p:nvPr/>
        </p:nvSpPr>
        <p:spPr>
          <a:xfrm>
            <a:off x="9646920" y="1920240"/>
            <a:ext cx="822960" cy="82296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890" y="213421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971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8595360" y="38404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planning workouts with automated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Approaches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85900" y="1874520"/>
            <a:ext cx="777240" cy="77724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982" y="20766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workouts liked by users with similar profiles and habits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56432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93692" y="1874520"/>
            <a:ext cx="777240" cy="77724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774" y="207660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39312" y="3383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exercises to a user's own goals, level, and past preferences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64224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01484" y="1874520"/>
            <a:ext cx="777240" cy="77724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66" y="207660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01384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47104" y="3383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approaches for more accurate, well-rounded suggestions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272016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209276" y="1874520"/>
            <a:ext cx="777240" cy="77724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358" y="207660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09176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Knowledge-Based Systems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454896" y="33832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expert fitness rules for injury history or medical constraints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A3159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926080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3092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32304" y="3566160"/>
            <a:ext cx="377876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65044" y="26517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A3159"/>
          </a:solidFill>
          <a:ln/>
        </p:spPr>
      </p:sp>
      <p:sp>
        <p:nvSpPr>
          <p:cNvPr id="10" name="Shape 7"/>
          <p:cNvSpPr/>
          <p:nvPr/>
        </p:nvSpPr>
        <p:spPr>
          <a:xfrm>
            <a:off x="3459404" y="2926080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25" y="3092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6484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65044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48708" y="3566160"/>
            <a:ext cx="377876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181448" y="26517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A3159"/>
          </a:solidFill>
          <a:ln/>
        </p:spPr>
      </p:sp>
      <p:sp>
        <p:nvSpPr>
          <p:cNvPr id="16" name="Shape 12"/>
          <p:cNvSpPr/>
          <p:nvPr/>
        </p:nvSpPr>
        <p:spPr>
          <a:xfrm>
            <a:off x="5775808" y="2926080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30925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72888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Modeling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81448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65112" y="3566160"/>
            <a:ext cx="377876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497851" y="26517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A3159"/>
          </a:solidFill>
          <a:ln/>
        </p:spPr>
      </p:sp>
      <p:sp>
        <p:nvSpPr>
          <p:cNvPr id="22" name="Shape 17"/>
          <p:cNvSpPr/>
          <p:nvPr/>
        </p:nvSpPr>
        <p:spPr>
          <a:xfrm>
            <a:off x="8092211" y="2926080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632" y="309250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291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97851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381515" y="3566160"/>
            <a:ext cx="377876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814255" y="265176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A3159"/>
          </a:solidFill>
          <a:ln/>
        </p:spPr>
      </p:sp>
      <p:sp>
        <p:nvSpPr>
          <p:cNvPr id="28" name="Shape 22"/>
          <p:cNvSpPr/>
          <p:nvPr/>
        </p:nvSpPr>
        <p:spPr>
          <a:xfrm>
            <a:off x="10408615" y="2926080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5036" y="309250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05695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Plan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814255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4864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refines raw user data into a workout plan tailored to individual needs.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That Powers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draws on multiple data sources to build a complete picture of the user.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22457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Metrics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3957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weight, height, BMI, and body composition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90672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233318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Goals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383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gain, fat loss, endurance, or general health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78224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22087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050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Vitals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370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step count, and workout history from wearables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065776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5208422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038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80160" y="5358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session, weekly frequency, and equipment access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583680" y="173736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FF1E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85800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User Profile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468880"/>
          <a:ext cx="4480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muscle_gain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experience_level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intermediate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sessions_per_week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avg_session_min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equipment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dumbbells, bench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injury_flag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663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Behind the Engine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34747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4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users with similar profiles quickly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beginners to similar routines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Factorization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Uncovers hidden patterns in workout ratings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fitness app engines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Trees / 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mixed data like goals and 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Rule-driven plan adjustments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plans based on ongoing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 evolving training programs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complex, non-linear user 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personalization at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Recommendation Quality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measured by both accuracy and real-world user adherence.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057400"/>
            <a:ext cx="128016" cy="12801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the top-K recommended workouts are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3017520"/>
            <a:ext cx="128016" cy="12801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Rate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0" y="3172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recommended sessions actually completed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3977640"/>
            <a:ext cx="128016" cy="128016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Progress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4133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toward the user's stated fitness goal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Personalization Factors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Level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7922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C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Beginner, intermediate, or advanced training intensity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33472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799893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151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Nutrition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29626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C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patterns and energy levels that affect recovery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03904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970325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85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Rest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41330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C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and rest days to prevent overtraining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974336"/>
            <a:ext cx="640080" cy="64008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140757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956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 Time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17320" y="5303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C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difficulty as the user gets stronger or fitter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to Solve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2A3159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874520"/>
            <a:ext cx="731520" cy="73152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955" y="20647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Problem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lack history for the system to learn from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56432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2A3159"/>
          </a:solidFill>
          <a:ln/>
        </p:spPr>
      </p:sp>
      <p:sp>
        <p:nvSpPr>
          <p:cNvPr id="9" name="Shape 6"/>
          <p:cNvSpPr/>
          <p:nvPr/>
        </p:nvSpPr>
        <p:spPr>
          <a:xfrm>
            <a:off x="4416552" y="1874520"/>
            <a:ext cx="731520" cy="73152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47" y="206471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639312" y="3429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must avoid overexertion or unsafe progression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64224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2A3159"/>
          </a:solidFill>
          <a:ln/>
        </p:spPr>
      </p:sp>
      <p:sp>
        <p:nvSpPr>
          <p:cNvPr id="14" name="Shape 10"/>
          <p:cNvSpPr/>
          <p:nvPr/>
        </p:nvSpPr>
        <p:spPr>
          <a:xfrm>
            <a:off x="7324344" y="1874520"/>
            <a:ext cx="731520" cy="73152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539" y="206471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01384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Sparsity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547104" y="3429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log workouts inconsistently, weakening signals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272016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2A3159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32136" y="1874520"/>
            <a:ext cx="731520" cy="73152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2331" y="20647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09176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Fit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454896" y="3429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sound plans can still fail if not engaging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6635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F663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1521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822960" y="3255264"/>
            <a:ext cx="146304" cy="146304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0815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improve adherence and reduce injury risk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941064"/>
            <a:ext cx="146304" cy="146304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7673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approaches balance similarity, goals, and expert rules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626864"/>
            <a:ext cx="146304" cy="146304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4531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keeps plans aligned with real progress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Workout Recommendation System</dc:title>
  <dc:subject>PptxGenJS Presentation</dc:subject>
  <dc:creator>Workout Recommendation System</dc:creator>
  <cp:lastModifiedBy>Workout Recommendation System</cp:lastModifiedBy>
  <cp:revision>1</cp:revision>
  <dcterms:created xsi:type="dcterms:W3CDTF">2026-07-09T06:07:24Z</dcterms:created>
  <dcterms:modified xsi:type="dcterms:W3CDTF">2026-07-09T06:07:24Z</dcterms:modified>
</cp:coreProperties>
</file>